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AirFlows and Vascular: Design and Operational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8B9DB4"/>
                </a:solidFill>
              </a:defRPr>
            </a:pPr>
            <a:r>
              <a:t>Architecture, scheduling, and future development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Overall architecture — Ports in use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60120"/>
          <a:ext cx="822960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1089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Project / 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Port (host)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AirFlows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airflow-webserver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8080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Airflow UI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AirFlows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postgres, redis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(internal)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Not exposed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Vascular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vascular-api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FastAPI (e.g. /docs, /api/v1/...)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Vascular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vascular-redis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6379 (internal)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Celery broker, container network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Grafana (TBC)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grafana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Dashboards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Loki (TBC)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loki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3100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Log ingestion / query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Prometheus (TBC)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prometheus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9090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Metrics UI &amp; scrape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4612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8B9DB4"/>
                </a:solidFill>
              </a:defRPr>
            </a:pPr>
            <a:r>
              <a:t>Grafana, Loki, Prometheus (TBC) — to be confirmed for integration.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AirFlows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DAGs defined in XML under dag_definitions/*.xml, loaded by xml_dag_factory.py.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</a:defRPr>
            </a:pPr>
            <a:r>
              <a:t>Three trigger types: HTTP (call URL), Celery (single task), Pipeline (multi-step).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</a:defRPr>
            </a:pPr>
            <a:r>
              <a:t>DAG tags manageable in XML (attribute or &lt;tags&gt;&lt;tag&gt;...&lt;/tag&gt;&lt;/tags&gt;).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</a:defRPr>
            </a:pPr>
            <a:r>
              <a:t>No Python DAG code required — edit XML to add or change schedules.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Vascular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FastAPI for API; Celery workers for background tasks.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</a:defRPr>
            </a:pPr>
            <a:r>
              <a:t>FC 6 steps: fc_prepare_config → fc_prepare_sql → fc_run_query → fc_parse_data → fc_generate_report → fc_send_email.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</a:defRPr>
            </a:pPr>
            <a:r>
              <a:t>Redis as Celery broker and PipelineContext for step-to-step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FC pipeline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Schedule triggers DAG → each step: Send (PythonOperator) → Wait (CeleryResultSensor).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</a:defRPr>
            </a:pPr>
            <a:r>
              <a:t>Vascular runs the corresponding Celery task; pipeline_key and Redis pass context between steps.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</a:defRPr>
            </a:pPr>
            <a:r>
              <a:t>Airflow UI shows 12 tasks per run (6 send + 6 sensor).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Scheduling and ops (1)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27431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DAG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vascular_fcp_wd_0600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0 6 * * 1-5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Weekdays 06:00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vascular_fcp_wd_07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4,16,31 7 * * 1-5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Weekdays 07:04, 07:16, 07:31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vascular_fcp_wd_0900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0 9 * * 1-5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Weekdays 09:00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vascular_fcp_wd_pm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10,40 13-18 * * 1-5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Weekdays 13:10–18:40 every 30 min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vascular_fcp_sun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30 5 * *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Sunday 05:30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46888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Pipeline params: poke_interval=15, timeout=3600, startup_timeout=120; fc_run_query / fc_generate_report may use timeout=1800.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Scheduling and ops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AirFlows: docker-compose (webserver, scheduler, worker, postgres, redis); VASCULAR_CELERY_BROKER_URL for FC pipeline.</a:t>
            </a:r>
          </a:p>
          <a:p>
            <a:pPr>
              <a:spcBef>
                <a:spcPts val="200"/>
              </a:spcBef>
              <a:defRPr sz="1000">
                <a:solidFill>
                  <a:srgbClr val="FFFFFF"/>
                </a:solidFill>
              </a:defRPr>
            </a:pPr>
            <a:r>
              <a:t>Vascular: Config/data-only changes → volume sync only; code changes → build + up. Docker Named Volumes only.</a:t>
            </a:r>
          </a:p>
          <a:p>
            <a:pPr>
              <a:spcBef>
                <a:spcPts val="200"/>
              </a:spcBef>
              <a:defRPr sz="1000">
                <a:solidFill>
                  <a:srgbClr val="FFFFFF"/>
                </a:solidFill>
              </a:defRPr>
            </a:pPr>
            <a:r>
              <a:t>Configs: vascular-configs (email_config, file_confirmation, datasource), vascular-data (SQL templates).</a:t>
            </a:r>
          </a:p>
          <a:p>
            <a:pPr>
              <a:spcBef>
                <a:spcPts val="200"/>
              </a:spcBef>
              <a:defRPr sz="1000">
                <a:solidFill>
                  <a:srgbClr val="FFFFFF"/>
                </a:solidFill>
              </a:defRPr>
            </a:pPr>
            <a:r>
              <a:t>Monitoring: Airflow UI (12 tasks per DAG run), Celery worker health, Redis/PipelineContext; CI pre_production_test (DB, SMTP).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Future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Prometheus: Metrics (time-series); scrape interval 15s; port 9090; GitLab CI COMPOSE_PROJECT_NAME: prometheus.</a:t>
            </a:r>
          </a:p>
          <a:p>
            <a:pPr>
              <a:spcBef>
                <a:spcPts val="200"/>
              </a:spcBef>
              <a:defRPr sz="1000">
                <a:solidFill>
                  <a:srgbClr val="FFFFFF"/>
                </a:solidFill>
              </a:defRPr>
            </a:pPr>
            <a:r>
              <a:t>Loki: Log aggregation; port 3100; loki-config.yml; queryable via LogQL; pairs with Grafana.</a:t>
            </a:r>
          </a:p>
          <a:p>
            <a:pPr>
              <a:spcBef>
                <a:spcPts val="200"/>
              </a:spcBef>
              <a:defRPr sz="1000">
                <a:solidFill>
                  <a:srgbClr val="FFFFFF"/>
                </a:solidFill>
              </a:defRPr>
            </a:pPr>
            <a:r>
              <a:t>Grafana: Dashboards; connects to Prometheus and Loki; port 3000; single UI for metrics and logs.</a:t>
            </a:r>
          </a:p>
          <a:p>
            <a:pPr lvl="1">
              <a:spcBef>
                <a:spcPts val="200"/>
              </a:spcBef>
              <a:defRPr sz="1000">
                <a:solidFill>
                  <a:srgbClr val="FFFFFF"/>
                </a:solidFill>
              </a:defRPr>
            </a:pPr>
            <a:r>
              <a:t>ometheus scrapes → Grafana plots/alerts; Loki receives logs → Grafana queries. Future: Airflow/Vascular export metrics and send logs to Loki.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AirFlows: XML-driven DAGs; HTTP, Celery, or Pipeline triggers; scheduling and ports as covered.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</a:defRPr>
            </a:pPr>
            <a:r>
              <a:t>Vascular: FastAPI + Celery; FC 6-step pipeline; Redis broker and PipelineContext.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</a:defRPr>
            </a:pPr>
            <a:r>
              <a:t>Future: Grafana, Loki, Prometheus (TBC) for metrics, logs, and dashboards.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</a:defRPr>
            </a:pPr>
            <a:r>
              <a:t>References: README, OPERATION_GUIDE in respective repos.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
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188720"/>
            <a:ext cx="109728" cy="2743200"/>
          </a:xfrm>
          <a:prstGeom prst="rect">
            <a:avLst/>
          </a:prstGeom>
          <a:solidFill>
            <a:srgbClr val="4DB6E5"/>
          </a:solidFill>
          <a:ln>
            <a:solidFill>
              <a:srgbClr val="4DB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325880"/>
            <a:ext cx="7132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AirFlows and Vascular</a:t>
            </a:r>
          </a:p>
          <a:p>
            <a:pPr>
              <a:defRPr sz="1600">
                <a:solidFill>
                  <a:srgbClr val="B3C3D6"/>
                </a:solidFill>
              </a:defRPr>
            </a:pPr>
            <a:r>
              <a:t>Design and operational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25880"/>
            <a:ext cx="201168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Focus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Architecture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Scheduling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108960"/>
            <a:ext cx="2011680" cy="7315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XML-driven orchestration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63240" y="3108960"/>
            <a:ext cx="2011680" cy="7315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6-step FC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3108960"/>
            <a:ext cx="2011680" cy="7315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Future observability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Business + technology style | compatibility-first 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Overall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64592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Scheduling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DAG trigger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Port 8080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155448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Redis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Broker / context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6379 internal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325880"/>
            <a:ext cx="173736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Vascular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API + Celery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Port 8000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325880"/>
            <a:ext cx="164592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Users / Ops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UI access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9152" y="164592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164592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164592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788920"/>
            <a:ext cx="1645920" cy="749808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Grafana (TBC)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Dashboards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3000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2788920"/>
            <a:ext cx="1645920" cy="749808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Loki (TBC)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Logs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3100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788920"/>
            <a:ext cx="1645920" cy="749808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Prometheus (TBC)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Metrics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9090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AirFlows schedules jobs and triggers execution.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Vascular provides API endpoints and Celery workers.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Grafana, Loki, and Prometheus are planned as the observability layer.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Ports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344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381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AirFlows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8080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UI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API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Grafana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Dashboards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Loki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3100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Logs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Prometheus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9090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Metrics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212080" y="1234440"/>
            <a:ext cx="274320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Internal service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Redis 6379 is internal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2240280"/>
            <a:ext cx="274320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TBC meaning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Planned but not fully integrated yet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3246120"/>
            <a:ext cx="274320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Audience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Useful for UI access, firewall, and ops 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AirFlows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XML-based DAGs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Definitions in dag_definitions/*.xml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Change schedule without Python DAG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325880"/>
            <a:ext cx="2377440" cy="13258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Trigger types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HTTP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Celery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Manageable metadata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Description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Tags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Schedule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Main benefit: easier operations and faster DAG updates.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Factory pattern keeps generation centralized in xml_dag_factory.py.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Vascular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423160" cy="123444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FastAPI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HTTP endpoints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Swagger / docs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Integration entry 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25880"/>
            <a:ext cx="2423160" cy="123444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Celery workers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Async execution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Background jobs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Queue-based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325880"/>
            <a:ext cx="2423160" cy="123444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Redis context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Broker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PipelineContext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Step-to-step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63240"/>
            <a:ext cx="7818120" cy="100584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FC pipeline core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Config -&gt; SQL -&gt; Query -&gt; Parse -&gt; Report -&gt; 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FC pipeline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63040"/>
            <a:ext cx="109728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Config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1463040"/>
            <a:ext cx="109728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436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463040"/>
            <a:ext cx="109728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463040"/>
            <a:ext cx="109728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463040"/>
            <a:ext cx="109728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632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463040"/>
            <a:ext cx="109728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Email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63240"/>
            <a:ext cx="246888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Execution pattern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Send task -&gt; Wait sensor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3063240"/>
            <a:ext cx="246888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Data handoff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Redis pipeline_key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063240"/>
            <a:ext cx="246888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 view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12 tasks per DAG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34440"/>
          <a:ext cx="47548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When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06:00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07:04 / 07:16 / 07:31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09:00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13:10-18:40 every 30 min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vascular_fcp_sun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Sun 05:30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715000" y="1234440"/>
            <a:ext cx="2468880" cy="8686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poke_interval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15 seconds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2240280"/>
            <a:ext cx="246888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timeout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3600 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3246120"/>
            <a:ext cx="2468880" cy="8686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startup_timeout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120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Deployment and operations (1) — Setup and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840480" cy="10515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Airflow: steps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1. Use docker-compose (webserver, scheduler, worker, postgres, redis).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2. Set env: VASCULAR_CELERY_BROKER_URL=redis://vascular-redis:6379/0 for FC pipeline.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3. DAGs from volume dags/ (xml_dag_factory.py + dag_definitions/*.xml).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234440"/>
            <a:ext cx="4114800" cy="10515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4DB6E5"/>
                </a:solidFill>
              </a:defRPr>
            </a:pPr>
            <a:r>
              <a:t>Example: run Airflow stack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cd AirFlows_P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docker compose up -d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Open http://localhost:8080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68880"/>
            <a:ext cx="3840480" cy="10972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Vascular: steps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1. Build base image: docker build -f Base_Image_Docker_File -t vascular_base 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2. Create shared network: docker network create airflow_shared_net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3. Run: docker compose up -d --build (API on 8000, worker + redis).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468880"/>
            <a:ext cx="4114800" cy="10972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4DB6E5"/>
                </a:solidFill>
              </a:defRPr>
            </a:pPr>
            <a:r>
              <a:t>Example: run Vascular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cd Vascular_P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docker compose up -d --build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API: http://localhost:8000  |  Docs: http://localhost:8000/docs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94760"/>
            <a:ext cx="8183879" cy="6858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Key setting for Airflow–Vascular link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FC pipeline (shared broker): set VASCULAR_CELERY_BROKER_URL on scheduler/worker to Vascular Redis.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Option A (HTTP): no shared broker; in XML use trigger url="http://vascular-api:8000/..." instead.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See OPERATION_GUIDE.md for full steps and prerequisites.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Deployment and operations (2) — Config and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5760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Volumes (Vascular)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vascular-configs -&gt; /app/configs (email_config.json, file_confirmation, datasource, sybase_config).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vascular-data -&gt; /app/data (e.g. data/sql/file_confirmation). Use Named Volumes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34440"/>
            <a:ext cx="434340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CI behaviour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Config/data-only change: sync files into volumes only (no rebuild, no restart).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Code or Dockerfile change: docker compose build + up -d, then sync volumes.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31720"/>
            <a:ext cx="8183879" cy="14173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4DB6E5"/>
                </a:solidFill>
              </a:defRPr>
            </a:pPr>
            <a:r>
              <a:t>Example: Airflow XML DAG triggering Vascular via HTTP (Option A)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&lt;dag id="vascular_via_api" schedule="0 8 * * *" description="Trigger Vascular via API"&gt;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  &lt;trigger url="http://vascular-api:8000/api/v1/communicators/process" method="post"/&gt;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&lt;/dag&gt;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Place in dag_definitions/*.xml. No VASCULAR_CELERY_BROKER_URL needed; Vascular uses its own Redis.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77639"/>
            <a:ext cx="402336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Monitoring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Airflow UI: 12 tasks per FC run (6 send + 6 wait). Filter by DAG or tags (e.g. vascular, fc).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Ensure vascular-worker is up; check Redis / PipelineContext if a step fails.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977639"/>
            <a:ext cx="402336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After config change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Config/data-only: redeploy runs volume sync; restart worker if app must reload config.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CI pre_production_test: DB (MySQL/Sybase) and SMTP (mailhost:25) checks.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References: README, OPERATION_GUIDE.md, vascular_http_example.xml.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Future development (TBC)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Prometheus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Metrics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Port 9090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Time-series storage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Loki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Logs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Port 3100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Query by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Grafana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Dashboards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Port 3000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Single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154680"/>
            <a:ext cx="640080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Planned relationship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Prometheus -&gt; Grafana  |  Loki -&gt; Grafana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423160" cy="14173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XML DAGs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Flexible triggers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Clear scheduling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417320"/>
            <a:ext cx="2423160" cy="141732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Vascular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FastAPI + Celery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FC 6-step flow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Redis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17320"/>
            <a:ext cx="2423160" cy="14173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Future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Grafana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Loki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Prometheus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B3C3D6"/>
                </a:solidFill>
              </a:defRPr>
            </a:pPr>
            <a:r>
              <a:t>Reference sources: README and OPERATION_GUIDE.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
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188720"/>
            <a:ext cx="109728" cy="2743200"/>
          </a:xfrm>
          <a:prstGeom prst="rect">
            <a:avLst/>
          </a:prstGeom>
          <a:solidFill>
            <a:srgbClr val="4DB6E5"/>
          </a:solidFill>
          <a:ln>
            <a:solidFill>
              <a:srgbClr val="4DB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25880"/>
            <a:ext cx="7132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Airflow and Vascular</a:t>
            </a:r>
          </a:p>
          <a:p>
            <a:pPr>
              <a:defRPr sz="1600">
                <a:solidFill>
                  <a:srgbClr val="B3C3D6"/>
                </a:solidFill>
              </a:defRPr>
            </a:pPr>
            <a:r>
              <a:t>Design and operational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201168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Focus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Architecture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Scheduling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XML-driven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324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6-step FC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3108960"/>
            <a:ext cx="2011680" cy="7315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Future observability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Business + technology style | compatibility-first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Overall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4592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Scheduling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DAG trigger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Port 8080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15544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Redis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Broker / context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6379 internal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325880"/>
            <a:ext cx="173736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API + Celery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Port 8000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25880"/>
            <a:ext cx="164592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Users / Ops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UI access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152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64592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Grafana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Dashboards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Loki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Logs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3100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788920"/>
            <a:ext cx="1645920" cy="749808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Prometheus (TBC)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Metrics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9090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Airflow schedules jobs and triggers execution.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Vascular provides API endpoints and Celery workers.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Grafana, Loki, and Prometheus are planned as the observability layer.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Ports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344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81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Airflow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UI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Grafana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Dashboards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Loki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Logs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Prometheus (TBC)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9090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Metrics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212080" y="123444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Internal service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6379 is internal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24028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TBC meaning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Planned but not fully integrated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3246120"/>
            <a:ext cx="274320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Audience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Useful for UI access, firewall, and ops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Airflow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XML-based DAGs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Definitions in dag_definitions/*.xml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Change schedule without Python DAG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325880"/>
            <a:ext cx="2377440" cy="13258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Trigger types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HTTP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Celery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Manageable metadata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Description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Tags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Schedule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Main benefit: easier operations and faster DAG updates.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</a:defRPr>
            </a:pPr>
            <a:r>
              <a:t>Factory pattern keeps generation centralized in xml_dag_factory.py.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Vascular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42316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FastAPI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HTTP endpoints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Swagger / docs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Integration entry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25880"/>
            <a:ext cx="2423160" cy="12344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Celery workers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Async execution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Background jobs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Queue-based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25880"/>
            <a:ext cx="242316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Redis context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Broker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PipelineContext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Step-to-step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63240"/>
            <a:ext cx="7818120" cy="10058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FC pipeline core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Config -&gt; SQL -&gt; Query -&gt; Parse -&gt; Report -&gt; 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FC pipeline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Config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463040"/>
            <a:ext cx="109728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8" y="178308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463040"/>
            <a:ext cx="109728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63240"/>
            <a:ext cx="24688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Execution pattern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Send task -&gt; Wait sensor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063240"/>
            <a:ext cx="2468880" cy="9144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Data handoff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Redis pipeline_key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063240"/>
            <a:ext cx="246888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 view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12 tasks per DAG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34440"/>
          <a:ext cx="4754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When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06:00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07:04 / 07:16 / 07:31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vascular_fcp_wd_0900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09:00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vascular_fcp_wd_pm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Mon-Fri 13:10-18:40 every 30 min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vascular_fcp_sun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Sun 05:30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15000" y="1234440"/>
            <a:ext cx="2468880" cy="8686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poke_interval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15 seconds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2240280"/>
            <a:ext cx="2468880" cy="8686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timeout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3600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3246120"/>
            <a:ext cx="2468880" cy="8686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startup_timeout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120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 (1) — Setup and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18288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Airflow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1331" y="1362456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7752" y="1207008"/>
            <a:ext cx="18288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Redis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6163" y="1362456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72584" y="1207008"/>
            <a:ext cx="18288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3840480" cy="9601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Airflow: steps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1. Use docker-compose (webserver, scheduler, worker, postgres, redis).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2. Set env: VASCULAR_CELERY_BROKER_URL=redis://vascular-redis:6379/0 for FC pipeline.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3. DAGs from volume dags/ (xml_dag_factory.py + dag_definitions/*.xml).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4114800" cy="9601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4DB6E5"/>
                </a:solidFill>
              </a:defRPr>
            </a:pPr>
            <a:r>
              <a:t>Example: run Airflow stack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cd &lt;airflow-project-dir&gt;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docker compose up -d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Open http://localhost:8080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800"/>
            <a:ext cx="3840480" cy="10058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Vascular: steps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1. Build base image: docker build -f Base_Image_Docker_File -t vascular_base 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2. Create shared network: docker network create airflow_shared_net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3. Run: docker compose up -d --build (API on 8000, worker + redis).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971800"/>
            <a:ext cx="4114800" cy="10058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4DB6E5"/>
                </a:solidFill>
              </a:defRPr>
            </a:pPr>
            <a:r>
              <a:t>Example: run Vascular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cd Vascular_P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docker compose up -d --build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API: http://localhost:8000  |  Docs: http://localhost:8000/docs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0520"/>
            <a:ext cx="8183879" cy="6400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Key setting for Airflow–Vascular link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FC pipeline (shared broker): set VASCULAR_CELERY_BROKER_URL on scheduler/worker to Vascular Redis.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Celery trigger in XML: type="celery" task="&lt;name&gt;"; requires shared broker (see example on next slides).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See OPERATION_GUIDE.md for full steps and prerequisites.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 (2) — Volumes and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57600" cy="12344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Volumes (Vascular)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vascular-configs -&gt; /app/configs (email_config.json, file_confirmation, datasource, sybase_config).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vascular-data -&gt; /app/data (e.g. data/sql/file_confirmation). Use Named Volumes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4297680" cy="12344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CI behaviour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Config/data-only change: sync files into volumes only (no rebuild, no restart).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Code or Dockerfile change: docker compose build + up -d, then sync volumes.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3474720" cy="438912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vascular-configs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5655" y="2843784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697480"/>
            <a:ext cx="3474720" cy="438912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vascular-data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46120"/>
            <a:ext cx="3657600" cy="77724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Configs path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/app/configs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246120"/>
            <a:ext cx="4297680" cy="77724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Data path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/app/data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06240"/>
            <a:ext cx="2377440" cy="4114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Config only?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0370" y="4338827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4206240"/>
            <a:ext cx="2377440" cy="4114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Volume sync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206240"/>
            <a:ext cx="2377440" cy="4114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Code change?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7890" y="4338827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206240"/>
            <a:ext cx="2377440" cy="4114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Build +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Named Volumes only; no bind mounts (host permission constraints).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 (3) — Example: Celery trigger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01168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Airflow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1389888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201168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Redis (broker)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3168" y="1389888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234440"/>
            <a:ext cx="201168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Vascular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8183879" cy="15544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4DB6E5"/>
                </a:solidFill>
              </a:defRPr>
            </a:pPr>
            <a:r>
              <a:t>Example: Airflow XML DAG triggering Vascular via Celery (shared broker)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&lt;dag id="vascular_trigger_processing" schedule="0 8 * * *" description="Vascular communicator processing"&gt;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  &lt;trigger type="celery" task="trigger_processing"/&gt;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&lt;/dag&gt;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With kwargs: &lt;trigger type="celery" task="upload_document"&gt;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  &lt;kwargs&gt;&lt;param name="document_type"&gt;general&lt;/param&gt;&lt;/kwargs&gt;&lt;/trigger&gt;</a:t>
            </a:r>
          </a:p>
          <a:p>
            <a:pPr>
              <a:spcAft>
                <a:spcPts val="200"/>
              </a:spcAft>
              <a:defRPr sz="1100">
                <a:solidFill>
                  <a:srgbClr val="D8E6F2"/>
                </a:solidFill>
              </a:defRPr>
            </a:pPr>
            <a:r>
              <a:t>Place in dag_definitions/*.xml. Requires VASCULAR_CELERY_BROKER_URL on Airflow (same Redis as Vascular).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57600"/>
            <a:ext cx="4023360" cy="8229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Task names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Examples: trigger_processing, upload_document. Must match Vascular Celery task names.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657600"/>
            <a:ext cx="4023360" cy="8229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Reference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See vascular_celery_example.xml for full examples.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References: README, OPERATION_GUIDE.md, vascular_celery_example.xml.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and operations (4) — Monitoring and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4023360" cy="105156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Monitoring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Airflow UI: 12 tasks per FC run (6 send + 6 wait). Filter by DAG or tags (e.g. vascular, fc).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Ensure vascular-worker is up; check Redis / PipelineContext if a step fails.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234440"/>
            <a:ext cx="4023360" cy="105156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After config change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Config/data-only: redeploy runs volume sync; restart worker if app must reload config.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CI pre_production_test: DB (MySQL/Sybase) and SMTP (mailhost:25) checks.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514600"/>
            <a:ext cx="22860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Config/data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4932" y="2670048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39" y="2514600"/>
            <a:ext cx="22860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Volume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514600"/>
            <a:ext cx="22860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Code/Dockerfile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5292" y="2670048"/>
            <a:ext cx="1828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DB6E5"/>
                </a:solidFill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514600"/>
            <a:ext cx="2286000" cy="45720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Build + up -d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8183879" cy="6858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Quick checklist</a:t>
            </a:r>
          </a:p>
          <a:p>
            <a:pPr algn="l">
              <a:defRPr sz="900">
                <a:solidFill>
                  <a:srgbClr val="D8E6F2"/>
                </a:solidFill>
              </a:defRPr>
            </a:pPr>
            <a:r>
              <a:t>DAGs: dag_definitions/*.xml. Env: VASCULAR_CELERY_BROKER_URL for Celery/FC. Network: airflow_shared_net for Option 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References: README, OPERATION_GUIDE.md.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development (TBC)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Prometheus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Metrics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9090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Time-series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Loki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Logs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3100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Query by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25880"/>
            <a:ext cx="2377440" cy="132588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Grafana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Dashboards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Port 3000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Single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154680"/>
            <a:ext cx="6400800" cy="91440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Planned relationship</a:t>
            </a:r>
          </a:p>
          <a:p>
            <a:pPr algn="l">
              <a:defRPr sz="1100">
                <a:solidFill>
                  <a:srgbClr val="D8E6F2"/>
                </a:solidFill>
              </a:defRPr>
            </a:pPr>
            <a:r>
              <a:t>Prometheus -&gt; Grafana  |  Loki -&gt; Grafana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5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3B5B"/>
          </a:solidFill>
          <a:ln>
            <a:solidFill>
              <a:srgbClr val="1F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DB6E5"/>
                </a:solidFill>
              </a:defRPr>
            </a:pPr>
            <a: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7223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01168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B3C3D6"/>
                </a:solidFill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423160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Airflow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XML DAGs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Flexible triggers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Clear 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417320"/>
            <a:ext cx="2423160" cy="1417320"/>
          </a:xfrm>
          <a:prstGeom prst="roundRect">
            <a:avLst/>
          </a:prstGeom>
          <a:solidFill>
            <a:srgbClr val="22476B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Vascular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FastAPI + Celery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FC 6-step flow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Redis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17320"/>
            <a:ext cx="2423160" cy="1417320"/>
          </a:xfrm>
          <a:prstGeom prst="roundRect">
            <a:avLst/>
          </a:prstGeom>
          <a:solidFill>
            <a:srgbClr val="295683"/>
          </a:solidFill>
          <a:ln w="12700">
            <a:solidFill>
              <a:srgbClr val="5D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Future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Grafana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Loki</a:t>
            </a:r>
          </a:p>
          <a:p>
            <a:pPr algn="ctr">
              <a:defRPr sz="1100">
                <a:solidFill>
                  <a:srgbClr val="D8E6F2"/>
                </a:solidFill>
              </a:defRPr>
            </a:pPr>
            <a:r>
              <a:t>Prometheus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B3C3D6"/>
                </a:solidFill>
              </a:defRPr>
            </a:pPr>
            <a:r>
              <a:t>Reference sources: README and OPERATION_GUIDE.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3C3D6"/>
                </a:solidFill>
              </a:defRPr>
            </a:pPr>
            <a:r>
              <a:t>Airflow and Vascular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
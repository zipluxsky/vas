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188720"/>
            <a:ext cx="109728" cy="2743200"/>
          </a:xfrm>
          <a:prstGeom prst="rect">
            <a:avLst/>
          </a:prstGeom>
          <a:solidFill>
            <a:srgbClr val="4DB6E5"/>
          </a:solidFill>
          <a:ln>
            <a:solidFill>
              <a:srgbClr val="4DB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325880"/>
            <a:ext cx="7132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AirFlows and Vascular</a:t>
            </a:r>
          </a:p>
          <a:p>
            <a:pPr>
              <a:defRPr sz="1600">
                <a:solidFill>
                  <a:srgbClr val="B3C3D6"/>
                </a:solidFill>
              </a:defRPr>
            </a:pPr>
            <a:r>
              <a:t>Design and operational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325880"/>
            <a:ext cx="2011680" cy="9144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Focus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Architecture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Scheduling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Operations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108960"/>
            <a:ext cx="2011680" cy="73152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XML-driven orchestration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63240" y="3108960"/>
            <a:ext cx="2011680" cy="73152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6-step FC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57800" y="3108960"/>
            <a:ext cx="2011680" cy="73152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Future observability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Business + technology style | compatibility-first output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Overall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1645920" cy="9144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AirFlows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Scheduling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DAG trigger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Port 8080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325880"/>
            <a:ext cx="1554480" cy="91440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Redis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Broker / context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6379 internal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325880"/>
            <a:ext cx="1737360" cy="9144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Vascular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API + Celery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Port 8000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325880"/>
            <a:ext cx="1645920" cy="91440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Users / Ops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UI access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9152" y="164592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164592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164592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788920"/>
            <a:ext cx="1645920" cy="749808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Grafana (TBC)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Dashboards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3000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03320" y="2788920"/>
            <a:ext cx="1645920" cy="749808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Loki (TBC)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Logs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3100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2788920"/>
            <a:ext cx="1645920" cy="749808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Prometheus (TBC)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Metrics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9090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</a:defRPr>
            </a:pPr>
            <a:r>
              <a:t>AirFlows schedules jobs and triggers execution.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</a:defRPr>
            </a:pPr>
            <a:r>
              <a:t>Vascular provides API endpoints and Celery workers.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</a:defRPr>
            </a:pPr>
            <a:r>
              <a:t>Grafana, Loki, and Prometheus are planned as the observability layer.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AirFlows and Vascular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Ports in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3444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381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AirFlows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8080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UI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Vascular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API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Grafana (TBC)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Dashboards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Loki (TBC)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3100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Logs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Prometheus (TBC)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9090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Metrics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212080" y="1234440"/>
            <a:ext cx="2743200" cy="86868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Internal service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Redis 6379 is internal 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80" y="2240280"/>
            <a:ext cx="2743200" cy="86868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TBC meaning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Planned but not fully integrated yet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80" y="3246120"/>
            <a:ext cx="2743200" cy="86868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Audience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Useful for UI access, firewall, and ops checklist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AirFlows and Vascular overview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AirFlows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2377440" cy="13258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XML-based DAGs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Definitions in dag_definitions/*.xml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Change schedule without Python DAG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325880"/>
            <a:ext cx="2377440" cy="132588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Trigger types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HTTP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Celery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25880"/>
            <a:ext cx="2377440" cy="13258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Manageable metadata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Description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Tags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Schedule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468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</a:defRPr>
            </a:pPr>
            <a:r>
              <a:t>Main benefit: easier operations and faster DAG updates.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</a:defRPr>
            </a:pPr>
            <a:r>
              <a:t>Factory pattern keeps generation centralized in xml_dag_factory.py.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AirFlows and Vascular overview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Vascular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2423160" cy="123444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FastAPI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HTTP endpoints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Swagger / docs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Integration entry point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325880"/>
            <a:ext cx="2423160" cy="123444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Celery workers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Async execution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Background jobs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Queue-based processing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325880"/>
            <a:ext cx="2423160" cy="123444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Redis context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Broker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PipelineContext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Step-to-step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63240"/>
            <a:ext cx="7818120" cy="100584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FC pipeline core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Config -&gt; SQL -&gt; Query -&gt; Parse -&gt; Report -&gt; Email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AirFlows and Vascular overview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FC pipeline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63040"/>
            <a:ext cx="1097280" cy="82296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Config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78308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1463040"/>
            <a:ext cx="1097280" cy="82296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4368" y="178308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463040"/>
            <a:ext cx="1097280" cy="82296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Query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178308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463040"/>
            <a:ext cx="1097280" cy="82296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Parse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8" y="178308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463040"/>
            <a:ext cx="1097280" cy="82296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96328" y="178308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463040"/>
            <a:ext cx="1097280" cy="82296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Email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63240"/>
            <a:ext cx="2468880" cy="91440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Execution pattern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Send task -&gt; Wait sensor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3063240"/>
            <a:ext cx="2468880" cy="9144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Data handoff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Redis pipeline_key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3063240"/>
            <a:ext cx="2468880" cy="91440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Airflow view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12 tasks per DAG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AirFlows and Vascular overview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34440"/>
          <a:ext cx="47548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When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vascular_fcp_wd_0600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Mon-Fri 06:00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vascular_fcp_wd_07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Mon-Fri 07:04 / 07:16 / 07:31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vascular_fcp_wd_0900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Mon-Fri 09:00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vascular_fcp_wd_pm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Mon-Fri 13:10-18:40 every 30 min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vascular_fcp_sun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Sun 05:30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715000" y="1234440"/>
            <a:ext cx="2468880" cy="8686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poke_interval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15 seconds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0" y="2240280"/>
            <a:ext cx="2468880" cy="86868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timeout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3600 seconds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15000" y="3246120"/>
            <a:ext cx="2468880" cy="8686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startup_timeout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120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AirFlows and Vascular overview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Deployment and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34440"/>
            <a:ext cx="3657600" cy="96012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AirFlows deploy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Docker Compose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webserver / scheduler / worker / postgres / redis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234440"/>
            <a:ext cx="3657600" cy="96012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Vascular deploy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Config/data-only -&gt; volume sync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Code change -&gt; rebuild containers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3657600" cy="96012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Config and volumes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vascular-configs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vascular-data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Named Volumes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514600"/>
            <a:ext cx="3657600" cy="96012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Monitoring focus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Airflow UI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Celery worker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Redis / PipelineContext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AirFlows and Vascular overview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Future development (TBC)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2377440" cy="13258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Prometheus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Metrics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Port 9090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Time-series storage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325880"/>
            <a:ext cx="2377440" cy="132588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Loki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Logs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Port 3100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Query by stream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325880"/>
            <a:ext cx="2377440" cy="13258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Grafana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Dashboards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Port 3000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Single 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154680"/>
            <a:ext cx="6400800" cy="91440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Planned relationship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Prometheus -&gt; Grafana  |  Loki -&gt; Grafana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AirFlows and Vascular overview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2423160" cy="141732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AirFlows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XML DAGs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Flexible triggers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Clear scheduling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417320"/>
            <a:ext cx="2423160" cy="141732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Vascular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FastAPI + Celery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FC 6-step flow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Redis 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417320"/>
            <a:ext cx="2423160" cy="141732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Future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Grafana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Loki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Prometheus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B3C3D6"/>
                </a:solidFill>
              </a:defRPr>
            </a:pPr>
            <a:r>
              <a:t>Reference sources: README and OPERATION_GUIDE.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AirFlows and Vascular overview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